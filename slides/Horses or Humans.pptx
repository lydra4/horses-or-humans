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Abril Fatface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4367D1-FD12-421F-86F8-0EBD32448DF2}">
  <a:tblStyle styleId="{DE4367D1-FD12-421F-86F8-0EBD32448D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AbrilFatface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5f092207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35f092207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83504e8f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3583504e8f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8eb92837f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58eb92837f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5a62b34c3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365a62b34c3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5a62b34c3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365a62b34c3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58eeea641c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g358eeea641c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://www.pptmon.com/" TargetMode="External"/><Relationship Id="rId11" Type="http://schemas.openxmlformats.org/officeDocument/2006/relationships/image" Target="../media/image37.png"/><Relationship Id="rId10" Type="http://schemas.openxmlformats.org/officeDocument/2006/relationships/image" Target="../media/image5.png"/><Relationship Id="rId12" Type="http://schemas.openxmlformats.org/officeDocument/2006/relationships/image" Target="../media/image1.png"/><Relationship Id="rId9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5.png"/><Relationship Id="rId13" Type="http://schemas.openxmlformats.org/officeDocument/2006/relationships/image" Target="../media/image14.png"/><Relationship Id="rId1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://www.pptmon.com/" TargetMode="External"/><Relationship Id="rId9" Type="http://schemas.openxmlformats.org/officeDocument/2006/relationships/image" Target="../media/image2.png"/><Relationship Id="rId1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5.png"/><Relationship Id="rId13" Type="http://schemas.openxmlformats.org/officeDocument/2006/relationships/image" Target="../media/image14.png"/><Relationship Id="rId1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://www.pptmon.com/" TargetMode="External"/><Relationship Id="rId9" Type="http://schemas.openxmlformats.org/officeDocument/2006/relationships/image" Target="../media/image2.png"/><Relationship Id="rId1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5.png"/><Relationship Id="rId13" Type="http://schemas.openxmlformats.org/officeDocument/2006/relationships/image" Target="../media/image14.png"/><Relationship Id="rId1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://www.pptmon.com/" TargetMode="External"/><Relationship Id="rId9" Type="http://schemas.openxmlformats.org/officeDocument/2006/relationships/image" Target="../media/image2.png"/><Relationship Id="rId1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5.png"/><Relationship Id="rId13" Type="http://schemas.openxmlformats.org/officeDocument/2006/relationships/image" Target="../media/image14.png"/><Relationship Id="rId1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://www.pptmon.com/" TargetMode="External"/><Relationship Id="rId9" Type="http://schemas.openxmlformats.org/officeDocument/2006/relationships/image" Target="../media/image2.png"/><Relationship Id="rId1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5.png"/><Relationship Id="rId13" Type="http://schemas.openxmlformats.org/officeDocument/2006/relationships/image" Target="../media/image14.png"/><Relationship Id="rId1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://www.pptmon.com/" TargetMode="External"/><Relationship Id="rId9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5.png"/><Relationship Id="rId13" Type="http://schemas.openxmlformats.org/officeDocument/2006/relationships/image" Target="../media/image14.png"/><Relationship Id="rId1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://www.pptmon.com/" TargetMode="External"/><Relationship Id="rId9" Type="http://schemas.openxmlformats.org/officeDocument/2006/relationships/image" Target="../media/image2.png"/><Relationship Id="rId1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5.png"/><Relationship Id="rId13" Type="http://schemas.openxmlformats.org/officeDocument/2006/relationships/image" Target="../media/image14.png"/><Relationship Id="rId1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://www.pptmon.com/" TargetMode="External"/><Relationship Id="rId9" Type="http://schemas.openxmlformats.org/officeDocument/2006/relationships/image" Target="../media/image2.png"/><Relationship Id="rId1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5.png"/><Relationship Id="rId13" Type="http://schemas.openxmlformats.org/officeDocument/2006/relationships/image" Target="../media/image14.png"/><Relationship Id="rId1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://www.pptmon.com/" TargetMode="External"/><Relationship Id="rId9" Type="http://schemas.openxmlformats.org/officeDocument/2006/relationships/image" Target="../media/image2.png"/><Relationship Id="rId1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5.png"/><Relationship Id="rId13" Type="http://schemas.openxmlformats.org/officeDocument/2006/relationships/image" Target="../media/image14.png"/><Relationship Id="rId1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://www.pptmon.com/" TargetMode="External"/><Relationship Id="rId9" Type="http://schemas.openxmlformats.org/officeDocument/2006/relationships/image" Target="../media/image2.png"/><Relationship Id="rId1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://www.pptmon.com/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://www.pptmo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title">
  <p:cSld name="PPTMON 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" y="0"/>
            <a:ext cx="1266826" cy="998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1" y="3347705"/>
            <a:ext cx="1152525" cy="179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7">
            <a:alphaModFix/>
          </a:blip>
          <a:srcRect b="50000" l="0" r="0" t="0"/>
          <a:stretch/>
        </p:blipFill>
        <p:spPr>
          <a:xfrm>
            <a:off x="3107326" y="4649615"/>
            <a:ext cx="1526551" cy="493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636" y="788600"/>
            <a:ext cx="125800" cy="12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9">
            <a:alphaModFix/>
          </a:blip>
          <a:srcRect b="0" l="0" r="0" t="50000"/>
          <a:stretch/>
        </p:blipFill>
        <p:spPr>
          <a:xfrm>
            <a:off x="5491332" y="0"/>
            <a:ext cx="1122930" cy="394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82257" y="-9524"/>
            <a:ext cx="1242750" cy="109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4279579"/>
            <a:ext cx="1101499" cy="86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3894991">
            <a:off x="1148816" y="4474457"/>
            <a:ext cx="222783" cy="222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PTMON slide">
  <p:cSld name="1_PPTMON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" y="0"/>
            <a:ext cx="1266826" cy="998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1" y="3347705"/>
            <a:ext cx="1152525" cy="179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7">
            <a:alphaModFix/>
          </a:blip>
          <a:srcRect b="50000" l="0" r="0" t="0"/>
          <a:stretch/>
        </p:blipFill>
        <p:spPr>
          <a:xfrm>
            <a:off x="3107326" y="4649615"/>
            <a:ext cx="1526551" cy="493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636" y="788600"/>
            <a:ext cx="125800" cy="12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9">
            <a:alphaModFix/>
          </a:blip>
          <a:srcRect b="0" l="0" r="0" t="50000"/>
          <a:stretch/>
        </p:blipFill>
        <p:spPr>
          <a:xfrm>
            <a:off x="5491332" y="0"/>
            <a:ext cx="1122930" cy="394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82257" y="-9524"/>
            <a:ext cx="1242750" cy="109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4279579"/>
            <a:ext cx="1101499" cy="86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3894991">
            <a:off x="1148816" y="4474457"/>
            <a:ext cx="222783" cy="22278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/>
          <p:nvPr/>
        </p:nvSpPr>
        <p:spPr>
          <a:xfrm>
            <a:off x="269550" y="264600"/>
            <a:ext cx="8604900" cy="46143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27000" rotWithShape="0" algn="tl" dir="2700000" dist="63500">
              <a:srgbClr val="004534">
                <a:alpha val="44313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3"/>
          <p:cNvPicPr preferRelativeResize="0"/>
          <p:nvPr/>
        </p:nvPicPr>
        <p:blipFill rotWithShape="1">
          <a:blip r:embed="rId13">
            <a:alphaModFix/>
          </a:blip>
          <a:srcRect b="49008" l="0" r="50210" t="0"/>
          <a:stretch/>
        </p:blipFill>
        <p:spPr>
          <a:xfrm>
            <a:off x="8021303" y="4168385"/>
            <a:ext cx="853147" cy="710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14">
            <a:alphaModFix/>
          </a:blip>
          <a:srcRect b="24002" l="0" r="47144" t="0"/>
          <a:stretch/>
        </p:blipFill>
        <p:spPr>
          <a:xfrm rot="10800000">
            <a:off x="269550" y="264600"/>
            <a:ext cx="750684" cy="832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PTMON slide">
  <p:cSld name="2_PPTMON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" y="0"/>
            <a:ext cx="1266826" cy="998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1" y="3347705"/>
            <a:ext cx="1152525" cy="179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7">
            <a:alphaModFix/>
          </a:blip>
          <a:srcRect b="50000" l="0" r="0" t="0"/>
          <a:stretch/>
        </p:blipFill>
        <p:spPr>
          <a:xfrm>
            <a:off x="3107326" y="4649615"/>
            <a:ext cx="1526551" cy="493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636" y="788600"/>
            <a:ext cx="125800" cy="12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9">
            <a:alphaModFix/>
          </a:blip>
          <a:srcRect b="0" l="0" r="0" t="50000"/>
          <a:stretch/>
        </p:blipFill>
        <p:spPr>
          <a:xfrm>
            <a:off x="5491332" y="0"/>
            <a:ext cx="1122930" cy="394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82257" y="-9524"/>
            <a:ext cx="1242750" cy="109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4279579"/>
            <a:ext cx="1101499" cy="86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3894991">
            <a:off x="1148816" y="4474457"/>
            <a:ext cx="222783" cy="22278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269550" y="264600"/>
            <a:ext cx="8604900" cy="46143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27000" rotWithShape="0" algn="tl" dir="2700000" dist="63500">
              <a:srgbClr val="004534">
                <a:alpha val="44313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4"/>
          <p:cNvPicPr preferRelativeResize="0"/>
          <p:nvPr/>
        </p:nvPicPr>
        <p:blipFill rotWithShape="1">
          <a:blip r:embed="rId13">
            <a:alphaModFix/>
          </a:blip>
          <a:srcRect b="49008" l="0" r="50210" t="0"/>
          <a:stretch/>
        </p:blipFill>
        <p:spPr>
          <a:xfrm>
            <a:off x="8021303" y="4168385"/>
            <a:ext cx="853147" cy="710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4"/>
          <p:cNvPicPr preferRelativeResize="0"/>
          <p:nvPr/>
        </p:nvPicPr>
        <p:blipFill rotWithShape="1">
          <a:blip r:embed="rId14">
            <a:alphaModFix/>
          </a:blip>
          <a:srcRect b="24002" l="0" r="47144" t="0"/>
          <a:stretch/>
        </p:blipFill>
        <p:spPr>
          <a:xfrm rot="10800000">
            <a:off x="269550" y="264600"/>
            <a:ext cx="750684" cy="83203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>
            <p:ph idx="2" type="pic"/>
          </p:nvPr>
        </p:nvSpPr>
        <p:spPr>
          <a:xfrm>
            <a:off x="732587" y="645795"/>
            <a:ext cx="3134564" cy="3851910"/>
          </a:xfrm>
          <a:prstGeom prst="roundRect">
            <a:avLst>
              <a:gd fmla="val 10590" name="adj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PPTMON slide">
  <p:cSld name="3_PPTMON slid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" y="0"/>
            <a:ext cx="1266826" cy="998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1" y="3347705"/>
            <a:ext cx="1152525" cy="179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 rotWithShape="1">
          <a:blip r:embed="rId7">
            <a:alphaModFix/>
          </a:blip>
          <a:srcRect b="50000" l="0" r="0" t="0"/>
          <a:stretch/>
        </p:blipFill>
        <p:spPr>
          <a:xfrm>
            <a:off x="3107326" y="4649615"/>
            <a:ext cx="1526551" cy="493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636" y="788600"/>
            <a:ext cx="125800" cy="12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9">
            <a:alphaModFix/>
          </a:blip>
          <a:srcRect b="0" l="0" r="0" t="50000"/>
          <a:stretch/>
        </p:blipFill>
        <p:spPr>
          <a:xfrm>
            <a:off x="5491332" y="0"/>
            <a:ext cx="1122930" cy="394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82257" y="-9524"/>
            <a:ext cx="1242750" cy="109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4279579"/>
            <a:ext cx="1101499" cy="86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3894991">
            <a:off x="1148816" y="4474457"/>
            <a:ext cx="222783" cy="222783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269550" y="264600"/>
            <a:ext cx="8604900" cy="46143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27000" rotWithShape="0" algn="tl" dir="2700000" dist="63500">
              <a:srgbClr val="004534">
                <a:alpha val="44313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5"/>
          <p:cNvPicPr preferRelativeResize="0"/>
          <p:nvPr/>
        </p:nvPicPr>
        <p:blipFill rotWithShape="1">
          <a:blip r:embed="rId13">
            <a:alphaModFix/>
          </a:blip>
          <a:srcRect b="49008" l="0" r="50210" t="0"/>
          <a:stretch/>
        </p:blipFill>
        <p:spPr>
          <a:xfrm>
            <a:off x="8021303" y="4168385"/>
            <a:ext cx="853147" cy="710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 rotWithShape="1">
          <a:blip r:embed="rId14">
            <a:alphaModFix/>
          </a:blip>
          <a:srcRect b="24002" l="0" r="47144" t="0"/>
          <a:stretch/>
        </p:blipFill>
        <p:spPr>
          <a:xfrm rot="10800000">
            <a:off x="269550" y="264600"/>
            <a:ext cx="750684" cy="83203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5"/>
          <p:cNvSpPr/>
          <p:nvPr>
            <p:ph idx="2" type="pic"/>
          </p:nvPr>
        </p:nvSpPr>
        <p:spPr>
          <a:xfrm>
            <a:off x="5335037" y="645795"/>
            <a:ext cx="3134564" cy="3851910"/>
          </a:xfrm>
          <a:prstGeom prst="roundRect">
            <a:avLst>
              <a:gd fmla="val 10590" name="adj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PPTMON slide">
  <p:cSld name="4_PPTMON slid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" y="0"/>
            <a:ext cx="1266826" cy="998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1" y="3347705"/>
            <a:ext cx="1152525" cy="179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6"/>
          <p:cNvPicPr preferRelativeResize="0"/>
          <p:nvPr/>
        </p:nvPicPr>
        <p:blipFill rotWithShape="1">
          <a:blip r:embed="rId7">
            <a:alphaModFix/>
          </a:blip>
          <a:srcRect b="50000" l="0" r="0" t="0"/>
          <a:stretch/>
        </p:blipFill>
        <p:spPr>
          <a:xfrm>
            <a:off x="3107326" y="4649615"/>
            <a:ext cx="1526551" cy="493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636" y="788600"/>
            <a:ext cx="125800" cy="12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6"/>
          <p:cNvPicPr preferRelativeResize="0"/>
          <p:nvPr/>
        </p:nvPicPr>
        <p:blipFill rotWithShape="1">
          <a:blip r:embed="rId9">
            <a:alphaModFix/>
          </a:blip>
          <a:srcRect b="0" l="0" r="0" t="50000"/>
          <a:stretch/>
        </p:blipFill>
        <p:spPr>
          <a:xfrm>
            <a:off x="5491332" y="0"/>
            <a:ext cx="1122930" cy="394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82257" y="-9524"/>
            <a:ext cx="1242750" cy="109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4279579"/>
            <a:ext cx="1101499" cy="86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3894991">
            <a:off x="1148816" y="4474457"/>
            <a:ext cx="222783" cy="22278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/>
          <p:nvPr/>
        </p:nvSpPr>
        <p:spPr>
          <a:xfrm>
            <a:off x="269550" y="264600"/>
            <a:ext cx="8604900" cy="46143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27000" rotWithShape="0" algn="tl" dir="2700000" dist="63500">
              <a:srgbClr val="004534">
                <a:alpha val="44313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6"/>
          <p:cNvPicPr preferRelativeResize="0"/>
          <p:nvPr/>
        </p:nvPicPr>
        <p:blipFill rotWithShape="1">
          <a:blip r:embed="rId13">
            <a:alphaModFix/>
          </a:blip>
          <a:srcRect b="49008" l="0" r="50210" t="0"/>
          <a:stretch/>
        </p:blipFill>
        <p:spPr>
          <a:xfrm>
            <a:off x="8021303" y="4168385"/>
            <a:ext cx="853147" cy="710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6"/>
          <p:cNvPicPr preferRelativeResize="0"/>
          <p:nvPr/>
        </p:nvPicPr>
        <p:blipFill rotWithShape="1">
          <a:blip r:embed="rId14">
            <a:alphaModFix/>
          </a:blip>
          <a:srcRect b="24002" l="0" r="47144" t="0"/>
          <a:stretch/>
        </p:blipFill>
        <p:spPr>
          <a:xfrm rot="10800000">
            <a:off x="269550" y="264600"/>
            <a:ext cx="750684" cy="83203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>
            <p:ph idx="2" type="pic"/>
          </p:nvPr>
        </p:nvSpPr>
        <p:spPr>
          <a:xfrm>
            <a:off x="1142788" y="1835314"/>
            <a:ext cx="1460314" cy="1460313"/>
          </a:xfrm>
          <a:prstGeom prst="roundRect">
            <a:avLst>
              <a:gd fmla="val 8658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76" name="Google Shape;76;p6"/>
          <p:cNvSpPr/>
          <p:nvPr>
            <p:ph idx="3" type="pic"/>
          </p:nvPr>
        </p:nvSpPr>
        <p:spPr>
          <a:xfrm>
            <a:off x="6540686" y="1835314"/>
            <a:ext cx="1460314" cy="1460313"/>
          </a:xfrm>
          <a:prstGeom prst="roundRect">
            <a:avLst>
              <a:gd fmla="val 8658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77" name="Google Shape;77;p6"/>
          <p:cNvSpPr/>
          <p:nvPr>
            <p:ph idx="4" type="pic"/>
          </p:nvPr>
        </p:nvSpPr>
        <p:spPr>
          <a:xfrm>
            <a:off x="4741387" y="1835314"/>
            <a:ext cx="1460314" cy="1460313"/>
          </a:xfrm>
          <a:prstGeom prst="roundRect">
            <a:avLst>
              <a:gd fmla="val 8658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78" name="Google Shape;78;p6"/>
          <p:cNvSpPr/>
          <p:nvPr>
            <p:ph idx="5" type="pic"/>
          </p:nvPr>
        </p:nvSpPr>
        <p:spPr>
          <a:xfrm>
            <a:off x="2942087" y="1835314"/>
            <a:ext cx="1460314" cy="1460313"/>
          </a:xfrm>
          <a:prstGeom prst="roundRect">
            <a:avLst>
              <a:gd fmla="val 8658" name="adj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PPTMON slide">
  <p:cSld name="5_PPTMON slid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7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" y="0"/>
            <a:ext cx="1266826" cy="998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1" y="3347705"/>
            <a:ext cx="1152525" cy="179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7"/>
          <p:cNvPicPr preferRelativeResize="0"/>
          <p:nvPr/>
        </p:nvPicPr>
        <p:blipFill rotWithShape="1">
          <a:blip r:embed="rId7">
            <a:alphaModFix/>
          </a:blip>
          <a:srcRect b="50000" l="0" r="0" t="0"/>
          <a:stretch/>
        </p:blipFill>
        <p:spPr>
          <a:xfrm>
            <a:off x="3107326" y="4649615"/>
            <a:ext cx="1526551" cy="493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636" y="788600"/>
            <a:ext cx="125800" cy="12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7"/>
          <p:cNvPicPr preferRelativeResize="0"/>
          <p:nvPr/>
        </p:nvPicPr>
        <p:blipFill rotWithShape="1">
          <a:blip r:embed="rId9">
            <a:alphaModFix/>
          </a:blip>
          <a:srcRect b="0" l="0" r="0" t="50000"/>
          <a:stretch/>
        </p:blipFill>
        <p:spPr>
          <a:xfrm>
            <a:off x="5491332" y="0"/>
            <a:ext cx="1122930" cy="394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82257" y="-9524"/>
            <a:ext cx="1242750" cy="109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4279579"/>
            <a:ext cx="1101499" cy="86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3894991">
            <a:off x="1148816" y="4474457"/>
            <a:ext cx="222783" cy="22278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269550" y="264600"/>
            <a:ext cx="8604900" cy="46143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27000" rotWithShape="0" algn="tl" dir="2700000" dist="63500">
              <a:srgbClr val="004534">
                <a:alpha val="44313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7"/>
          <p:cNvPicPr preferRelativeResize="0"/>
          <p:nvPr/>
        </p:nvPicPr>
        <p:blipFill rotWithShape="1">
          <a:blip r:embed="rId13">
            <a:alphaModFix/>
          </a:blip>
          <a:srcRect b="49008" l="0" r="50210" t="0"/>
          <a:stretch/>
        </p:blipFill>
        <p:spPr>
          <a:xfrm>
            <a:off x="8021303" y="4168385"/>
            <a:ext cx="853147" cy="7105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7"/>
          <p:cNvSpPr/>
          <p:nvPr>
            <p:ph idx="2" type="pic"/>
          </p:nvPr>
        </p:nvSpPr>
        <p:spPr>
          <a:xfrm>
            <a:off x="269550" y="264600"/>
            <a:ext cx="8604900" cy="23071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PPTMON slide">
  <p:cSld name="6_PPTMON slid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" y="0"/>
            <a:ext cx="1266826" cy="998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1" y="3347705"/>
            <a:ext cx="1152525" cy="179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8"/>
          <p:cNvPicPr preferRelativeResize="0"/>
          <p:nvPr/>
        </p:nvPicPr>
        <p:blipFill rotWithShape="1">
          <a:blip r:embed="rId7">
            <a:alphaModFix/>
          </a:blip>
          <a:srcRect b="50000" l="0" r="0" t="0"/>
          <a:stretch/>
        </p:blipFill>
        <p:spPr>
          <a:xfrm>
            <a:off x="3107326" y="4649615"/>
            <a:ext cx="1526551" cy="493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636" y="788600"/>
            <a:ext cx="125800" cy="12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8"/>
          <p:cNvPicPr preferRelativeResize="0"/>
          <p:nvPr/>
        </p:nvPicPr>
        <p:blipFill rotWithShape="1">
          <a:blip r:embed="rId9">
            <a:alphaModFix/>
          </a:blip>
          <a:srcRect b="0" l="0" r="0" t="50000"/>
          <a:stretch/>
        </p:blipFill>
        <p:spPr>
          <a:xfrm>
            <a:off x="5491332" y="0"/>
            <a:ext cx="1122930" cy="394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82257" y="-9524"/>
            <a:ext cx="1242750" cy="109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4279579"/>
            <a:ext cx="1101499" cy="86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3894991">
            <a:off x="1148816" y="4474457"/>
            <a:ext cx="222783" cy="22278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8"/>
          <p:cNvSpPr/>
          <p:nvPr/>
        </p:nvSpPr>
        <p:spPr>
          <a:xfrm>
            <a:off x="269550" y="264600"/>
            <a:ext cx="8604900" cy="46143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27000" rotWithShape="0" algn="tl" dir="2700000" dist="63500">
              <a:srgbClr val="004534">
                <a:alpha val="44313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8"/>
          <p:cNvPicPr preferRelativeResize="0"/>
          <p:nvPr/>
        </p:nvPicPr>
        <p:blipFill rotWithShape="1">
          <a:blip r:embed="rId13">
            <a:alphaModFix/>
          </a:blip>
          <a:srcRect b="49008" l="0" r="50210" t="0"/>
          <a:stretch/>
        </p:blipFill>
        <p:spPr>
          <a:xfrm>
            <a:off x="8021303" y="4168385"/>
            <a:ext cx="853147" cy="710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8"/>
          <p:cNvPicPr preferRelativeResize="0"/>
          <p:nvPr/>
        </p:nvPicPr>
        <p:blipFill rotWithShape="1">
          <a:blip r:embed="rId14">
            <a:alphaModFix/>
          </a:blip>
          <a:srcRect b="24002" l="0" r="47144" t="0"/>
          <a:stretch/>
        </p:blipFill>
        <p:spPr>
          <a:xfrm rot="10800000">
            <a:off x="269550" y="264600"/>
            <a:ext cx="750684" cy="83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8"/>
          <p:cNvSpPr/>
          <p:nvPr>
            <p:ph idx="2" type="pic"/>
          </p:nvPr>
        </p:nvSpPr>
        <p:spPr>
          <a:xfrm>
            <a:off x="2854770" y="1142965"/>
            <a:ext cx="1786200" cy="2857502"/>
          </a:xfrm>
          <a:prstGeom prst="roundRect">
            <a:avLst>
              <a:gd fmla="val 7267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08" name="Google Shape;108;p8"/>
          <p:cNvSpPr/>
          <p:nvPr>
            <p:ph idx="3" type="pic"/>
          </p:nvPr>
        </p:nvSpPr>
        <p:spPr>
          <a:xfrm>
            <a:off x="4820243" y="1142965"/>
            <a:ext cx="1786200" cy="2857502"/>
          </a:xfrm>
          <a:prstGeom prst="roundRect">
            <a:avLst>
              <a:gd fmla="val 7267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09" name="Google Shape;109;p8"/>
          <p:cNvSpPr/>
          <p:nvPr>
            <p:ph idx="4" type="pic"/>
          </p:nvPr>
        </p:nvSpPr>
        <p:spPr>
          <a:xfrm>
            <a:off x="6785716" y="1142965"/>
            <a:ext cx="1786200" cy="2857502"/>
          </a:xfrm>
          <a:prstGeom prst="roundRect">
            <a:avLst>
              <a:gd fmla="val 7267" name="adj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PPTMON slide">
  <p:cSld name="7_PPTMON slid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9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" y="0"/>
            <a:ext cx="1266826" cy="998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1" y="3347705"/>
            <a:ext cx="1152525" cy="179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9"/>
          <p:cNvPicPr preferRelativeResize="0"/>
          <p:nvPr/>
        </p:nvPicPr>
        <p:blipFill rotWithShape="1">
          <a:blip r:embed="rId7">
            <a:alphaModFix/>
          </a:blip>
          <a:srcRect b="50000" l="0" r="0" t="0"/>
          <a:stretch/>
        </p:blipFill>
        <p:spPr>
          <a:xfrm>
            <a:off x="3107326" y="4649615"/>
            <a:ext cx="1526551" cy="493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636" y="788600"/>
            <a:ext cx="125800" cy="12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9"/>
          <p:cNvPicPr preferRelativeResize="0"/>
          <p:nvPr/>
        </p:nvPicPr>
        <p:blipFill rotWithShape="1">
          <a:blip r:embed="rId9">
            <a:alphaModFix/>
          </a:blip>
          <a:srcRect b="0" l="0" r="0" t="50000"/>
          <a:stretch/>
        </p:blipFill>
        <p:spPr>
          <a:xfrm>
            <a:off x="5491332" y="0"/>
            <a:ext cx="1122930" cy="394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82257" y="-9524"/>
            <a:ext cx="1242750" cy="109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4279579"/>
            <a:ext cx="1101499" cy="86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3894991">
            <a:off x="1148816" y="4474457"/>
            <a:ext cx="222783" cy="22278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9"/>
          <p:cNvSpPr/>
          <p:nvPr/>
        </p:nvSpPr>
        <p:spPr>
          <a:xfrm>
            <a:off x="269550" y="264600"/>
            <a:ext cx="8604900" cy="46143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27000" rotWithShape="0" algn="tl" dir="2700000" dist="63500">
              <a:srgbClr val="004534">
                <a:alpha val="44313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9"/>
          <p:cNvPicPr preferRelativeResize="0"/>
          <p:nvPr/>
        </p:nvPicPr>
        <p:blipFill rotWithShape="1">
          <a:blip r:embed="rId13">
            <a:alphaModFix/>
          </a:blip>
          <a:srcRect b="49008" l="0" r="50210" t="0"/>
          <a:stretch/>
        </p:blipFill>
        <p:spPr>
          <a:xfrm>
            <a:off x="8021303" y="4168385"/>
            <a:ext cx="853147" cy="710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9"/>
          <p:cNvPicPr preferRelativeResize="0"/>
          <p:nvPr/>
        </p:nvPicPr>
        <p:blipFill rotWithShape="1">
          <a:blip r:embed="rId14">
            <a:alphaModFix/>
          </a:blip>
          <a:srcRect b="24002" l="0" r="47144" t="0"/>
          <a:stretch/>
        </p:blipFill>
        <p:spPr>
          <a:xfrm rot="10800000">
            <a:off x="269550" y="264600"/>
            <a:ext cx="750684" cy="83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9"/>
          <p:cNvSpPr/>
          <p:nvPr>
            <p:ph idx="2" type="pic"/>
          </p:nvPr>
        </p:nvSpPr>
        <p:spPr>
          <a:xfrm>
            <a:off x="881681" y="1264195"/>
            <a:ext cx="1469741" cy="2922304"/>
          </a:xfrm>
          <a:prstGeom prst="roundRect">
            <a:avLst>
              <a:gd fmla="val 4287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5" name="Google Shape;125;p9"/>
          <p:cNvSpPr/>
          <p:nvPr>
            <p:ph idx="3" type="pic"/>
          </p:nvPr>
        </p:nvSpPr>
        <p:spPr>
          <a:xfrm>
            <a:off x="2977480" y="1264195"/>
            <a:ext cx="1469741" cy="2922304"/>
          </a:xfrm>
          <a:prstGeom prst="roundRect">
            <a:avLst>
              <a:gd fmla="val 4287" name="adj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PPTMON slide">
  <p:cSld name="8_PPTMON slid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0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" y="0"/>
            <a:ext cx="1266826" cy="998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1" y="3347705"/>
            <a:ext cx="1152525" cy="179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0"/>
          <p:cNvPicPr preferRelativeResize="0"/>
          <p:nvPr/>
        </p:nvPicPr>
        <p:blipFill rotWithShape="1">
          <a:blip r:embed="rId7">
            <a:alphaModFix/>
          </a:blip>
          <a:srcRect b="50000" l="0" r="0" t="0"/>
          <a:stretch/>
        </p:blipFill>
        <p:spPr>
          <a:xfrm>
            <a:off x="3107326" y="4649615"/>
            <a:ext cx="1526551" cy="493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636" y="788600"/>
            <a:ext cx="125800" cy="12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0"/>
          <p:cNvPicPr preferRelativeResize="0"/>
          <p:nvPr/>
        </p:nvPicPr>
        <p:blipFill rotWithShape="1">
          <a:blip r:embed="rId9">
            <a:alphaModFix/>
          </a:blip>
          <a:srcRect b="0" l="0" r="0" t="50000"/>
          <a:stretch/>
        </p:blipFill>
        <p:spPr>
          <a:xfrm>
            <a:off x="5491332" y="0"/>
            <a:ext cx="1122930" cy="394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82257" y="-9524"/>
            <a:ext cx="1242750" cy="109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4279579"/>
            <a:ext cx="1101499" cy="86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3894991">
            <a:off x="1148816" y="4474457"/>
            <a:ext cx="222783" cy="2227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0"/>
          <p:cNvSpPr/>
          <p:nvPr/>
        </p:nvSpPr>
        <p:spPr>
          <a:xfrm>
            <a:off x="269550" y="264600"/>
            <a:ext cx="8604900" cy="46143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27000" rotWithShape="0" algn="tl" dir="2700000" dist="63500">
              <a:srgbClr val="004534">
                <a:alpha val="44313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0"/>
          <p:cNvPicPr preferRelativeResize="0"/>
          <p:nvPr/>
        </p:nvPicPr>
        <p:blipFill rotWithShape="1">
          <a:blip r:embed="rId13">
            <a:alphaModFix/>
          </a:blip>
          <a:srcRect b="49008" l="0" r="50210" t="0"/>
          <a:stretch/>
        </p:blipFill>
        <p:spPr>
          <a:xfrm>
            <a:off x="8021303" y="4168385"/>
            <a:ext cx="853147" cy="710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0"/>
          <p:cNvPicPr preferRelativeResize="0"/>
          <p:nvPr/>
        </p:nvPicPr>
        <p:blipFill rotWithShape="1">
          <a:blip r:embed="rId14">
            <a:alphaModFix/>
          </a:blip>
          <a:srcRect b="24002" l="0" r="47144" t="0"/>
          <a:stretch/>
        </p:blipFill>
        <p:spPr>
          <a:xfrm rot="10800000">
            <a:off x="269550" y="264600"/>
            <a:ext cx="750684" cy="83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0"/>
          <p:cNvSpPr/>
          <p:nvPr>
            <p:ph idx="2" type="pic"/>
          </p:nvPr>
        </p:nvSpPr>
        <p:spPr>
          <a:xfrm>
            <a:off x="1132922" y="867986"/>
            <a:ext cx="2751511" cy="3407569"/>
          </a:xfrm>
          <a:prstGeom prst="roundRect">
            <a:avLst>
              <a:gd fmla="val 1407" name="adj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PPTMON slide">
  <p:cSld name="9_PPTMON slide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" y="0"/>
            <a:ext cx="1266826" cy="998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1" y="3347705"/>
            <a:ext cx="1152525" cy="179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1"/>
          <p:cNvPicPr preferRelativeResize="0"/>
          <p:nvPr/>
        </p:nvPicPr>
        <p:blipFill rotWithShape="1">
          <a:blip r:embed="rId7">
            <a:alphaModFix/>
          </a:blip>
          <a:srcRect b="50000" l="0" r="0" t="0"/>
          <a:stretch/>
        </p:blipFill>
        <p:spPr>
          <a:xfrm>
            <a:off x="3107326" y="4649615"/>
            <a:ext cx="1526551" cy="493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636" y="788600"/>
            <a:ext cx="125800" cy="12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1"/>
          <p:cNvPicPr preferRelativeResize="0"/>
          <p:nvPr/>
        </p:nvPicPr>
        <p:blipFill rotWithShape="1">
          <a:blip r:embed="rId9">
            <a:alphaModFix/>
          </a:blip>
          <a:srcRect b="0" l="0" r="0" t="50000"/>
          <a:stretch/>
        </p:blipFill>
        <p:spPr>
          <a:xfrm>
            <a:off x="5491332" y="0"/>
            <a:ext cx="1122930" cy="394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82257" y="-9524"/>
            <a:ext cx="1242750" cy="109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4279579"/>
            <a:ext cx="1101499" cy="86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3894991">
            <a:off x="1148816" y="4474457"/>
            <a:ext cx="222783" cy="22278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1"/>
          <p:cNvSpPr/>
          <p:nvPr/>
        </p:nvSpPr>
        <p:spPr>
          <a:xfrm>
            <a:off x="269550" y="264600"/>
            <a:ext cx="8604900" cy="46143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27000" rotWithShape="0" algn="tl" dir="2700000" dist="63500">
              <a:srgbClr val="004534">
                <a:alpha val="44313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1"/>
          <p:cNvPicPr preferRelativeResize="0"/>
          <p:nvPr/>
        </p:nvPicPr>
        <p:blipFill rotWithShape="1">
          <a:blip r:embed="rId13">
            <a:alphaModFix/>
          </a:blip>
          <a:srcRect b="49008" l="0" r="50210" t="0"/>
          <a:stretch/>
        </p:blipFill>
        <p:spPr>
          <a:xfrm>
            <a:off x="8021303" y="4168385"/>
            <a:ext cx="853147" cy="710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/>
          <p:cNvPicPr preferRelativeResize="0"/>
          <p:nvPr/>
        </p:nvPicPr>
        <p:blipFill rotWithShape="1">
          <a:blip r:embed="rId14">
            <a:alphaModFix/>
          </a:blip>
          <a:srcRect b="24002" l="0" r="47144" t="0"/>
          <a:stretch/>
        </p:blipFill>
        <p:spPr>
          <a:xfrm rot="10800000">
            <a:off x="269550" y="264600"/>
            <a:ext cx="750684" cy="83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1"/>
          <p:cNvSpPr/>
          <p:nvPr>
            <p:ph idx="2" type="pic"/>
          </p:nvPr>
        </p:nvSpPr>
        <p:spPr>
          <a:xfrm>
            <a:off x="575708" y="792680"/>
            <a:ext cx="471781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custom">
  <p:cSld name="PPTMON custom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2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slide">
  <p:cSld name="PPTMON slid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3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3C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Relationship Id="rId4" Type="http://schemas.openxmlformats.org/officeDocument/2006/relationships/image" Target="../media/image26.png"/><Relationship Id="rId9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31.png"/><Relationship Id="rId8" Type="http://schemas.openxmlformats.org/officeDocument/2006/relationships/image" Target="../media/image3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1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/>
          <p:nvPr/>
        </p:nvSpPr>
        <p:spPr>
          <a:xfrm>
            <a:off x="1533525" y="1019175"/>
            <a:ext cx="6267450" cy="3295650"/>
          </a:xfrm>
          <a:prstGeom prst="rect">
            <a:avLst/>
          </a:prstGeom>
          <a:solidFill>
            <a:srgbClr val="B9D4B1"/>
          </a:solidFill>
          <a:ln>
            <a:noFill/>
          </a:ln>
          <a:effectLst>
            <a:outerShdw blurRad="127000" rotWithShape="0" algn="tl" dir="2700000" dist="63500">
              <a:srgbClr val="004534">
                <a:alpha val="44313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1438275" y="923925"/>
            <a:ext cx="6267600" cy="32958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27000" rotWithShape="0" algn="tl" dir="2700000" dist="63500">
              <a:srgbClr val="004534">
                <a:alpha val="44705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1657350" y="862300"/>
            <a:ext cx="58293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ko" sz="4100" u="none" cap="none" strike="noStrike">
                <a:solidFill>
                  <a:srgbClr val="004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Horses or Humans</a:t>
            </a:r>
            <a:endParaRPr b="0" i="0" sz="4100" u="none" cap="none" strike="noStrike">
              <a:solidFill>
                <a:srgbClr val="004534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1657350" y="1435414"/>
            <a:ext cx="5829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Computer Vision Project</a:t>
            </a:r>
            <a:endParaRPr b="0" i="0" sz="15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7650" y="1950023"/>
            <a:ext cx="5348700" cy="182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/>
        </p:nvSpPr>
        <p:spPr>
          <a:xfrm>
            <a:off x="2039052" y="503766"/>
            <a:ext cx="5065896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" sz="2400" u="none" cap="none" strike="noStrike">
                <a:solidFill>
                  <a:srgbClr val="004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AGENDA</a:t>
            </a:r>
            <a:endParaRPr b="0" i="0" sz="2400" u="none" cap="none" strike="noStrike">
              <a:solidFill>
                <a:srgbClr val="004534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3319738" y="1938975"/>
            <a:ext cx="848663" cy="848663"/>
          </a:xfrm>
          <a:prstGeom prst="ellipse">
            <a:avLst/>
          </a:prstGeom>
          <a:solidFill>
            <a:srgbClr val="00453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3125217" y="3022158"/>
            <a:ext cx="1237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004534"/>
                </a:solidFill>
                <a:latin typeface="Calibri"/>
                <a:ea typeface="Calibri"/>
                <a:cs typeface="Calibri"/>
                <a:sym typeface="Calibri"/>
              </a:rPr>
              <a:t>Pipelines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15"/>
          <p:cNvGrpSpPr/>
          <p:nvPr/>
        </p:nvGrpSpPr>
        <p:grpSpPr>
          <a:xfrm>
            <a:off x="3592917" y="2202488"/>
            <a:ext cx="302808" cy="310619"/>
            <a:chOff x="2772242" y="1560385"/>
            <a:chExt cx="376198" cy="385905"/>
          </a:xfrm>
        </p:grpSpPr>
        <p:sp>
          <p:nvSpPr>
            <p:cNvPr id="179" name="Google Shape;179;p15"/>
            <p:cNvSpPr/>
            <p:nvPr/>
          </p:nvSpPr>
          <p:spPr>
            <a:xfrm>
              <a:off x="2976990" y="1560385"/>
              <a:ext cx="171450" cy="171450"/>
            </a:xfrm>
            <a:custGeom>
              <a:rect b="b" l="l" r="r" t="t"/>
              <a:pathLst>
                <a:path extrusionOk="0" h="171450" w="171450">
                  <a:moveTo>
                    <a:pt x="171489" y="136684"/>
                  </a:moveTo>
                  <a:cubicBezTo>
                    <a:pt x="165203" y="99250"/>
                    <a:pt x="145867" y="66961"/>
                    <a:pt x="118626" y="43910"/>
                  </a:cubicBezTo>
                  <a:cubicBezTo>
                    <a:pt x="91384" y="20860"/>
                    <a:pt x="56237" y="7144"/>
                    <a:pt x="18328" y="7144"/>
                  </a:cubicBezTo>
                  <a:lnTo>
                    <a:pt x="18328" y="7144"/>
                  </a:lnTo>
                  <a:cubicBezTo>
                    <a:pt x="12136" y="7144"/>
                    <a:pt x="7183" y="12097"/>
                    <a:pt x="7183" y="18288"/>
                  </a:cubicBezTo>
                  <a:lnTo>
                    <a:pt x="7183" y="161735"/>
                  </a:lnTo>
                  <a:cubicBezTo>
                    <a:pt x="7088" y="162592"/>
                    <a:pt x="7183" y="163449"/>
                    <a:pt x="7279" y="164306"/>
                  </a:cubicBezTo>
                  <a:cubicBezTo>
                    <a:pt x="8326" y="170402"/>
                    <a:pt x="14041" y="174498"/>
                    <a:pt x="20137" y="173450"/>
                  </a:cubicBezTo>
                  <a:lnTo>
                    <a:pt x="162250" y="149447"/>
                  </a:lnTo>
                  <a:cubicBezTo>
                    <a:pt x="168346" y="148495"/>
                    <a:pt x="172537" y="142780"/>
                    <a:pt x="171489" y="136684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2830203" y="1774840"/>
              <a:ext cx="238125" cy="171450"/>
            </a:xfrm>
            <a:custGeom>
              <a:rect b="b" l="l" r="r" t="t"/>
              <a:pathLst>
                <a:path extrusionOk="0" h="171450" w="238125">
                  <a:moveTo>
                    <a:pt x="12143" y="110347"/>
                  </a:moveTo>
                  <a:cubicBezTo>
                    <a:pt x="4999" y="117491"/>
                    <a:pt x="5571" y="129302"/>
                    <a:pt x="13477" y="135684"/>
                  </a:cubicBezTo>
                  <a:cubicBezTo>
                    <a:pt x="43004" y="159306"/>
                    <a:pt x="80533" y="173593"/>
                    <a:pt x="121300" y="173593"/>
                  </a:cubicBezTo>
                  <a:lnTo>
                    <a:pt x="121300" y="173498"/>
                  </a:lnTo>
                  <a:lnTo>
                    <a:pt x="121395" y="173498"/>
                  </a:lnTo>
                  <a:cubicBezTo>
                    <a:pt x="160638" y="173498"/>
                    <a:pt x="199786" y="160163"/>
                    <a:pt x="231694" y="133588"/>
                  </a:cubicBezTo>
                  <a:cubicBezTo>
                    <a:pt x="238076" y="128254"/>
                    <a:pt x="238552" y="118539"/>
                    <a:pt x="232647" y="112633"/>
                  </a:cubicBezTo>
                  <a:lnTo>
                    <a:pt x="131301" y="11287"/>
                  </a:lnTo>
                  <a:cubicBezTo>
                    <a:pt x="125776" y="5763"/>
                    <a:pt x="116728" y="5763"/>
                    <a:pt x="111203" y="11287"/>
                  </a:cubicBezTo>
                  <a:lnTo>
                    <a:pt x="12143" y="11034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2986086" y="1739645"/>
              <a:ext cx="142875" cy="133350"/>
            </a:xfrm>
            <a:custGeom>
              <a:rect b="b" l="l" r="r" t="t"/>
              <a:pathLst>
                <a:path extrusionOk="0" h="133350" w="142875">
                  <a:moveTo>
                    <a:pt x="137058" y="18479"/>
                  </a:moveTo>
                  <a:cubicBezTo>
                    <a:pt x="136391" y="11906"/>
                    <a:pt x="130866" y="7144"/>
                    <a:pt x="124485" y="7144"/>
                  </a:cubicBezTo>
                  <a:cubicBezTo>
                    <a:pt x="123723" y="7144"/>
                    <a:pt x="122961" y="7239"/>
                    <a:pt x="122199" y="7334"/>
                  </a:cubicBezTo>
                  <a:lnTo>
                    <a:pt x="18757" y="26479"/>
                  </a:lnTo>
                  <a:cubicBezTo>
                    <a:pt x="7518" y="28575"/>
                    <a:pt x="3231" y="42386"/>
                    <a:pt x="11328" y="50483"/>
                  </a:cubicBezTo>
                  <a:lnTo>
                    <a:pt x="90195" y="129350"/>
                  </a:lnTo>
                  <a:cubicBezTo>
                    <a:pt x="96672" y="135827"/>
                    <a:pt x="107530" y="134493"/>
                    <a:pt x="112388" y="126683"/>
                  </a:cubicBezTo>
                  <a:cubicBezTo>
                    <a:pt x="121627" y="111728"/>
                    <a:pt x="128580" y="95250"/>
                    <a:pt x="132962" y="77819"/>
                  </a:cubicBezTo>
                  <a:cubicBezTo>
                    <a:pt x="133057" y="77533"/>
                    <a:pt x="133057" y="77248"/>
                    <a:pt x="133152" y="76962"/>
                  </a:cubicBezTo>
                  <a:cubicBezTo>
                    <a:pt x="134010" y="73533"/>
                    <a:pt x="134676" y="70104"/>
                    <a:pt x="135343" y="66580"/>
                  </a:cubicBezTo>
                  <a:cubicBezTo>
                    <a:pt x="138105" y="50959"/>
                    <a:pt x="138772" y="34862"/>
                    <a:pt x="137058" y="18479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2772242" y="1597152"/>
              <a:ext cx="180975" cy="276225"/>
            </a:xfrm>
            <a:custGeom>
              <a:rect b="b" l="l" r="r" t="t"/>
              <a:pathLst>
                <a:path extrusionOk="0" h="276225" w="180975">
                  <a:moveTo>
                    <a:pt x="163449" y="162973"/>
                  </a:moveTo>
                  <a:lnTo>
                    <a:pt x="175070" y="151352"/>
                  </a:lnTo>
                  <a:cubicBezTo>
                    <a:pt x="177737" y="148685"/>
                    <a:pt x="179261" y="145066"/>
                    <a:pt x="179261" y="141351"/>
                  </a:cubicBezTo>
                  <a:lnTo>
                    <a:pt x="179261" y="19812"/>
                  </a:lnTo>
                  <a:cubicBezTo>
                    <a:pt x="179261" y="12763"/>
                    <a:pt x="173546" y="7144"/>
                    <a:pt x="166688" y="7144"/>
                  </a:cubicBezTo>
                  <a:cubicBezTo>
                    <a:pt x="166402" y="7144"/>
                    <a:pt x="166021" y="7144"/>
                    <a:pt x="165735" y="7144"/>
                  </a:cubicBezTo>
                  <a:cubicBezTo>
                    <a:pt x="76962" y="14097"/>
                    <a:pt x="7144" y="88297"/>
                    <a:pt x="7144" y="178784"/>
                  </a:cubicBezTo>
                  <a:cubicBezTo>
                    <a:pt x="7144" y="211931"/>
                    <a:pt x="16478" y="242888"/>
                    <a:pt x="32671" y="269081"/>
                  </a:cubicBezTo>
                  <a:cubicBezTo>
                    <a:pt x="37433" y="276892"/>
                    <a:pt x="48292" y="278035"/>
                    <a:pt x="54769" y="271558"/>
                  </a:cubicBezTo>
                  <a:lnTo>
                    <a:pt x="163449" y="16297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15"/>
          <p:cNvSpPr/>
          <p:nvPr/>
        </p:nvSpPr>
        <p:spPr>
          <a:xfrm>
            <a:off x="6669560" y="1938975"/>
            <a:ext cx="848663" cy="848663"/>
          </a:xfrm>
          <a:prstGeom prst="ellipse">
            <a:avLst/>
          </a:prstGeom>
          <a:solidFill>
            <a:srgbClr val="00453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6475039" y="3022158"/>
            <a:ext cx="1237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004534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15"/>
          <p:cNvGrpSpPr/>
          <p:nvPr/>
        </p:nvGrpSpPr>
        <p:grpSpPr>
          <a:xfrm>
            <a:off x="6936835" y="2207260"/>
            <a:ext cx="314110" cy="301076"/>
            <a:chOff x="6793030" y="2235612"/>
            <a:chExt cx="390240" cy="374047"/>
          </a:xfrm>
        </p:grpSpPr>
        <p:sp>
          <p:nvSpPr>
            <p:cNvPr id="186" name="Google Shape;186;p15"/>
            <p:cNvSpPr/>
            <p:nvPr/>
          </p:nvSpPr>
          <p:spPr>
            <a:xfrm>
              <a:off x="6897520" y="2314384"/>
              <a:ext cx="285750" cy="295275"/>
            </a:xfrm>
            <a:custGeom>
              <a:rect b="b" l="l" r="r" t="t"/>
              <a:pathLst>
                <a:path extrusionOk="0" h="295275" w="285750">
                  <a:moveTo>
                    <a:pt x="266033" y="7144"/>
                  </a:moveTo>
                  <a:lnTo>
                    <a:pt x="215455" y="7144"/>
                  </a:lnTo>
                  <a:lnTo>
                    <a:pt x="215455" y="24194"/>
                  </a:lnTo>
                  <a:lnTo>
                    <a:pt x="215455" y="40958"/>
                  </a:lnTo>
                  <a:lnTo>
                    <a:pt x="215455" y="142589"/>
                  </a:lnTo>
                  <a:cubicBezTo>
                    <a:pt x="215455" y="170402"/>
                    <a:pt x="192881" y="192977"/>
                    <a:pt x="165068" y="192977"/>
                  </a:cubicBezTo>
                  <a:lnTo>
                    <a:pt x="61436" y="192977"/>
                  </a:lnTo>
                  <a:lnTo>
                    <a:pt x="45529" y="204121"/>
                  </a:lnTo>
                  <a:lnTo>
                    <a:pt x="21621" y="220885"/>
                  </a:lnTo>
                  <a:lnTo>
                    <a:pt x="7144" y="231077"/>
                  </a:lnTo>
                  <a:cubicBezTo>
                    <a:pt x="10191" y="235077"/>
                    <a:pt x="14954" y="237649"/>
                    <a:pt x="20383" y="237649"/>
                  </a:cubicBezTo>
                  <a:lnTo>
                    <a:pt x="134683" y="237649"/>
                  </a:lnTo>
                  <a:lnTo>
                    <a:pt x="215836" y="294418"/>
                  </a:lnTo>
                  <a:cubicBezTo>
                    <a:pt x="218694" y="296418"/>
                    <a:pt x="222028" y="297466"/>
                    <a:pt x="225457" y="297466"/>
                  </a:cubicBezTo>
                  <a:cubicBezTo>
                    <a:pt x="229457" y="297466"/>
                    <a:pt x="233457" y="296037"/>
                    <a:pt x="236696" y="293084"/>
                  </a:cubicBezTo>
                  <a:cubicBezTo>
                    <a:pt x="240220" y="289846"/>
                    <a:pt x="242125" y="285179"/>
                    <a:pt x="242125" y="280416"/>
                  </a:cubicBezTo>
                  <a:lnTo>
                    <a:pt x="242125" y="238411"/>
                  </a:lnTo>
                  <a:lnTo>
                    <a:pt x="266223" y="238411"/>
                  </a:lnTo>
                  <a:cubicBezTo>
                    <a:pt x="275463" y="238411"/>
                    <a:pt x="282987" y="230886"/>
                    <a:pt x="282987" y="221647"/>
                  </a:cubicBezTo>
                  <a:lnTo>
                    <a:pt x="282987" y="24003"/>
                  </a:lnTo>
                  <a:cubicBezTo>
                    <a:pt x="283083" y="14669"/>
                    <a:pt x="275463" y="7144"/>
                    <a:pt x="266033" y="7144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6793030" y="2235612"/>
              <a:ext cx="285750" cy="304800"/>
            </a:xfrm>
            <a:custGeom>
              <a:rect b="b" l="l" r="r" t="t"/>
              <a:pathLst>
                <a:path extrusionOk="0" h="304800" w="285750">
                  <a:moveTo>
                    <a:pt x="269748" y="7144"/>
                  </a:moveTo>
                  <a:lnTo>
                    <a:pt x="23908" y="7144"/>
                  </a:lnTo>
                  <a:cubicBezTo>
                    <a:pt x="14668" y="7144"/>
                    <a:pt x="7144" y="14668"/>
                    <a:pt x="7144" y="23908"/>
                  </a:cubicBezTo>
                  <a:lnTo>
                    <a:pt x="7144" y="221361"/>
                  </a:lnTo>
                  <a:cubicBezTo>
                    <a:pt x="7144" y="230600"/>
                    <a:pt x="14668" y="238125"/>
                    <a:pt x="23908" y="238125"/>
                  </a:cubicBezTo>
                  <a:lnTo>
                    <a:pt x="47244" y="238125"/>
                  </a:lnTo>
                  <a:lnTo>
                    <a:pt x="47244" y="281178"/>
                  </a:lnTo>
                  <a:cubicBezTo>
                    <a:pt x="47244" y="285655"/>
                    <a:pt x="48863" y="290036"/>
                    <a:pt x="52007" y="293180"/>
                  </a:cubicBezTo>
                  <a:cubicBezTo>
                    <a:pt x="55340" y="296609"/>
                    <a:pt x="59722" y="298228"/>
                    <a:pt x="64008" y="298228"/>
                  </a:cubicBezTo>
                  <a:cubicBezTo>
                    <a:pt x="67342" y="298228"/>
                    <a:pt x="70771" y="297180"/>
                    <a:pt x="73628" y="295180"/>
                  </a:cubicBezTo>
                  <a:lnTo>
                    <a:pt x="107632" y="271367"/>
                  </a:lnTo>
                  <a:lnTo>
                    <a:pt x="124396" y="259651"/>
                  </a:lnTo>
                  <a:lnTo>
                    <a:pt x="141161" y="247936"/>
                  </a:lnTo>
                  <a:lnTo>
                    <a:pt x="154972" y="238220"/>
                  </a:lnTo>
                  <a:lnTo>
                    <a:pt x="269653" y="238220"/>
                  </a:lnTo>
                  <a:cubicBezTo>
                    <a:pt x="278892" y="238220"/>
                    <a:pt x="286417" y="230695"/>
                    <a:pt x="286417" y="221456"/>
                  </a:cubicBezTo>
                  <a:lnTo>
                    <a:pt x="286417" y="119158"/>
                  </a:lnTo>
                  <a:lnTo>
                    <a:pt x="286417" y="102394"/>
                  </a:lnTo>
                  <a:lnTo>
                    <a:pt x="286417" y="85630"/>
                  </a:lnTo>
                  <a:lnTo>
                    <a:pt x="286417" y="24003"/>
                  </a:lnTo>
                  <a:cubicBezTo>
                    <a:pt x="286512" y="14668"/>
                    <a:pt x="279082" y="7144"/>
                    <a:pt x="269748" y="7144"/>
                  </a:cubicBezTo>
                  <a:close/>
                  <a:moveTo>
                    <a:pt x="219170" y="160877"/>
                  </a:moveTo>
                  <a:cubicBezTo>
                    <a:pt x="217932" y="169164"/>
                    <a:pt x="210598" y="175165"/>
                    <a:pt x="202216" y="175165"/>
                  </a:cubicBezTo>
                  <a:lnTo>
                    <a:pt x="192405" y="175165"/>
                  </a:lnTo>
                  <a:lnTo>
                    <a:pt x="91630" y="175165"/>
                  </a:lnTo>
                  <a:cubicBezTo>
                    <a:pt x="82582" y="175165"/>
                    <a:pt x="74771" y="168116"/>
                    <a:pt x="74486" y="158972"/>
                  </a:cubicBezTo>
                  <a:cubicBezTo>
                    <a:pt x="74200" y="149447"/>
                    <a:pt x="81725" y="141732"/>
                    <a:pt x="91154" y="141732"/>
                  </a:cubicBezTo>
                  <a:lnTo>
                    <a:pt x="202597" y="141732"/>
                  </a:lnTo>
                  <a:cubicBezTo>
                    <a:pt x="209265" y="141732"/>
                    <a:pt x="215075" y="145637"/>
                    <a:pt x="217741" y="151352"/>
                  </a:cubicBezTo>
                  <a:cubicBezTo>
                    <a:pt x="219075" y="154114"/>
                    <a:pt x="219646" y="157353"/>
                    <a:pt x="219170" y="160877"/>
                  </a:cubicBezTo>
                  <a:close/>
                  <a:moveTo>
                    <a:pt x="202597" y="108204"/>
                  </a:moveTo>
                  <a:lnTo>
                    <a:pt x="91630" y="108204"/>
                  </a:lnTo>
                  <a:cubicBezTo>
                    <a:pt x="82582" y="108204"/>
                    <a:pt x="74771" y="101155"/>
                    <a:pt x="74486" y="92107"/>
                  </a:cubicBezTo>
                  <a:cubicBezTo>
                    <a:pt x="74200" y="82582"/>
                    <a:pt x="81725" y="74771"/>
                    <a:pt x="91154" y="74771"/>
                  </a:cubicBezTo>
                  <a:lnTo>
                    <a:pt x="202597" y="74771"/>
                  </a:lnTo>
                  <a:cubicBezTo>
                    <a:pt x="211836" y="74771"/>
                    <a:pt x="219361" y="82296"/>
                    <a:pt x="219361" y="91535"/>
                  </a:cubicBezTo>
                  <a:cubicBezTo>
                    <a:pt x="219266" y="100774"/>
                    <a:pt x="211836" y="108204"/>
                    <a:pt x="202597" y="108204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15"/>
          <p:cNvSpPr/>
          <p:nvPr/>
        </p:nvSpPr>
        <p:spPr>
          <a:xfrm>
            <a:off x="1644827" y="1938975"/>
            <a:ext cx="848663" cy="848663"/>
          </a:xfrm>
          <a:prstGeom prst="ellipse">
            <a:avLst/>
          </a:prstGeom>
          <a:solidFill>
            <a:srgbClr val="00453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1450306" y="3022158"/>
            <a:ext cx="1237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004534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0" name="Google Shape;190;p15"/>
          <p:cNvGrpSpPr/>
          <p:nvPr/>
        </p:nvGrpSpPr>
        <p:grpSpPr>
          <a:xfrm>
            <a:off x="1950323" y="2199326"/>
            <a:ext cx="237670" cy="316944"/>
            <a:chOff x="3471472" y="902398"/>
            <a:chExt cx="295275" cy="393763"/>
          </a:xfrm>
        </p:grpSpPr>
        <p:sp>
          <p:nvSpPr>
            <p:cNvPr id="191" name="Google Shape;191;p15"/>
            <p:cNvSpPr/>
            <p:nvPr/>
          </p:nvSpPr>
          <p:spPr>
            <a:xfrm>
              <a:off x="3549482" y="902398"/>
              <a:ext cx="142875" cy="76200"/>
            </a:xfrm>
            <a:custGeom>
              <a:rect b="b" l="l" r="r" t="t"/>
              <a:pathLst>
                <a:path extrusionOk="0" h="76200" w="142875">
                  <a:moveTo>
                    <a:pt x="107442" y="7144"/>
                  </a:moveTo>
                  <a:lnTo>
                    <a:pt x="40577" y="7144"/>
                  </a:lnTo>
                  <a:cubicBezTo>
                    <a:pt x="22098" y="7144"/>
                    <a:pt x="7144" y="22098"/>
                    <a:pt x="7144" y="40577"/>
                  </a:cubicBezTo>
                  <a:cubicBezTo>
                    <a:pt x="7144" y="59055"/>
                    <a:pt x="22098" y="74009"/>
                    <a:pt x="40577" y="74009"/>
                  </a:cubicBezTo>
                  <a:lnTo>
                    <a:pt x="107442" y="74009"/>
                  </a:lnTo>
                  <a:cubicBezTo>
                    <a:pt x="125921" y="74009"/>
                    <a:pt x="140875" y="59055"/>
                    <a:pt x="140875" y="40577"/>
                  </a:cubicBezTo>
                  <a:cubicBezTo>
                    <a:pt x="140875" y="22098"/>
                    <a:pt x="125825" y="7144"/>
                    <a:pt x="107442" y="7144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3471472" y="924686"/>
              <a:ext cx="295275" cy="371475"/>
            </a:xfrm>
            <a:custGeom>
              <a:rect b="b" l="l" r="r" t="t"/>
              <a:pathLst>
                <a:path extrusionOk="0" h="371475" w="295275">
                  <a:moveTo>
                    <a:pt x="263462" y="7144"/>
                  </a:moveTo>
                  <a:lnTo>
                    <a:pt x="240030" y="7144"/>
                  </a:lnTo>
                  <a:cubicBezTo>
                    <a:pt x="240792" y="10763"/>
                    <a:pt x="241173" y="14478"/>
                    <a:pt x="241173" y="18288"/>
                  </a:cubicBezTo>
                  <a:cubicBezTo>
                    <a:pt x="241173" y="49054"/>
                    <a:pt x="216218" y="74009"/>
                    <a:pt x="185452" y="74009"/>
                  </a:cubicBezTo>
                  <a:lnTo>
                    <a:pt x="118586" y="74009"/>
                  </a:lnTo>
                  <a:cubicBezTo>
                    <a:pt x="87821" y="74009"/>
                    <a:pt x="62865" y="49054"/>
                    <a:pt x="62865" y="18288"/>
                  </a:cubicBezTo>
                  <a:cubicBezTo>
                    <a:pt x="62865" y="14478"/>
                    <a:pt x="63246" y="10763"/>
                    <a:pt x="64008" y="7144"/>
                  </a:cubicBezTo>
                  <a:lnTo>
                    <a:pt x="40577" y="7144"/>
                  </a:lnTo>
                  <a:cubicBezTo>
                    <a:pt x="22098" y="7144"/>
                    <a:pt x="7144" y="22098"/>
                    <a:pt x="7144" y="40577"/>
                  </a:cubicBezTo>
                  <a:lnTo>
                    <a:pt x="7144" y="331851"/>
                  </a:lnTo>
                  <a:cubicBezTo>
                    <a:pt x="7144" y="350330"/>
                    <a:pt x="22098" y="365284"/>
                    <a:pt x="40577" y="365284"/>
                  </a:cubicBezTo>
                  <a:lnTo>
                    <a:pt x="263462" y="365284"/>
                  </a:lnTo>
                  <a:cubicBezTo>
                    <a:pt x="281940" y="365284"/>
                    <a:pt x="296894" y="350330"/>
                    <a:pt x="296894" y="331851"/>
                  </a:cubicBezTo>
                  <a:lnTo>
                    <a:pt x="296894" y="40577"/>
                  </a:lnTo>
                  <a:cubicBezTo>
                    <a:pt x="296894" y="22098"/>
                    <a:pt x="281845" y="7144"/>
                    <a:pt x="263462" y="7144"/>
                  </a:cubicBezTo>
                  <a:close/>
                  <a:moveTo>
                    <a:pt x="115253" y="295085"/>
                  </a:moveTo>
                  <a:lnTo>
                    <a:pt x="81820" y="328517"/>
                  </a:lnTo>
                  <a:cubicBezTo>
                    <a:pt x="77438" y="332899"/>
                    <a:pt x="70390" y="332899"/>
                    <a:pt x="66104" y="328517"/>
                  </a:cubicBezTo>
                  <a:lnTo>
                    <a:pt x="54959" y="317373"/>
                  </a:lnTo>
                  <a:cubicBezTo>
                    <a:pt x="50578" y="312992"/>
                    <a:pt x="50578" y="305943"/>
                    <a:pt x="54959" y="301657"/>
                  </a:cubicBezTo>
                  <a:cubicBezTo>
                    <a:pt x="59341" y="297275"/>
                    <a:pt x="66389" y="297275"/>
                    <a:pt x="70676" y="301657"/>
                  </a:cubicBezTo>
                  <a:lnTo>
                    <a:pt x="73914" y="304895"/>
                  </a:lnTo>
                  <a:lnTo>
                    <a:pt x="99441" y="279368"/>
                  </a:lnTo>
                  <a:cubicBezTo>
                    <a:pt x="103822" y="274987"/>
                    <a:pt x="110871" y="274987"/>
                    <a:pt x="115157" y="279368"/>
                  </a:cubicBezTo>
                  <a:cubicBezTo>
                    <a:pt x="119634" y="283750"/>
                    <a:pt x="119634" y="290798"/>
                    <a:pt x="115253" y="295085"/>
                  </a:cubicBezTo>
                  <a:close/>
                  <a:moveTo>
                    <a:pt x="115253" y="205264"/>
                  </a:moveTo>
                  <a:lnTo>
                    <a:pt x="81820" y="238697"/>
                  </a:lnTo>
                  <a:cubicBezTo>
                    <a:pt x="77438" y="243078"/>
                    <a:pt x="70390" y="243078"/>
                    <a:pt x="66104" y="238697"/>
                  </a:cubicBezTo>
                  <a:lnTo>
                    <a:pt x="54959" y="227552"/>
                  </a:lnTo>
                  <a:cubicBezTo>
                    <a:pt x="50578" y="223171"/>
                    <a:pt x="50578" y="216122"/>
                    <a:pt x="54959" y="211836"/>
                  </a:cubicBezTo>
                  <a:cubicBezTo>
                    <a:pt x="59341" y="207455"/>
                    <a:pt x="66389" y="207455"/>
                    <a:pt x="70676" y="211836"/>
                  </a:cubicBezTo>
                  <a:lnTo>
                    <a:pt x="73914" y="215075"/>
                  </a:lnTo>
                  <a:lnTo>
                    <a:pt x="99441" y="189548"/>
                  </a:lnTo>
                  <a:cubicBezTo>
                    <a:pt x="103822" y="185166"/>
                    <a:pt x="110871" y="185166"/>
                    <a:pt x="115157" y="189548"/>
                  </a:cubicBezTo>
                  <a:cubicBezTo>
                    <a:pt x="119634" y="193834"/>
                    <a:pt x="119634" y="200882"/>
                    <a:pt x="115253" y="205264"/>
                  </a:cubicBezTo>
                  <a:close/>
                  <a:moveTo>
                    <a:pt x="115253" y="115348"/>
                  </a:moveTo>
                  <a:lnTo>
                    <a:pt x="81820" y="148781"/>
                  </a:lnTo>
                  <a:cubicBezTo>
                    <a:pt x="79629" y="150971"/>
                    <a:pt x="76771" y="152019"/>
                    <a:pt x="73914" y="152019"/>
                  </a:cubicBezTo>
                  <a:cubicBezTo>
                    <a:pt x="71056" y="152019"/>
                    <a:pt x="68199" y="150971"/>
                    <a:pt x="66008" y="148781"/>
                  </a:cubicBezTo>
                  <a:lnTo>
                    <a:pt x="54864" y="137636"/>
                  </a:lnTo>
                  <a:cubicBezTo>
                    <a:pt x="50483" y="133255"/>
                    <a:pt x="50483" y="126206"/>
                    <a:pt x="54864" y="121920"/>
                  </a:cubicBezTo>
                  <a:cubicBezTo>
                    <a:pt x="59246" y="117539"/>
                    <a:pt x="66294" y="117539"/>
                    <a:pt x="70580" y="121920"/>
                  </a:cubicBezTo>
                  <a:lnTo>
                    <a:pt x="73819" y="125159"/>
                  </a:lnTo>
                  <a:lnTo>
                    <a:pt x="99346" y="99632"/>
                  </a:lnTo>
                  <a:cubicBezTo>
                    <a:pt x="103727" y="95250"/>
                    <a:pt x="110776" y="95250"/>
                    <a:pt x="115062" y="99632"/>
                  </a:cubicBezTo>
                  <a:cubicBezTo>
                    <a:pt x="119634" y="103918"/>
                    <a:pt x="119634" y="110966"/>
                    <a:pt x="115253" y="115348"/>
                  </a:cubicBezTo>
                  <a:close/>
                  <a:moveTo>
                    <a:pt x="241173" y="320707"/>
                  </a:moveTo>
                  <a:lnTo>
                    <a:pt x="152019" y="320707"/>
                  </a:lnTo>
                  <a:cubicBezTo>
                    <a:pt x="145828" y="320707"/>
                    <a:pt x="140875" y="315754"/>
                    <a:pt x="140875" y="309563"/>
                  </a:cubicBezTo>
                  <a:cubicBezTo>
                    <a:pt x="140875" y="303371"/>
                    <a:pt x="145828" y="298418"/>
                    <a:pt x="152019" y="298418"/>
                  </a:cubicBezTo>
                  <a:lnTo>
                    <a:pt x="241173" y="298418"/>
                  </a:lnTo>
                  <a:cubicBezTo>
                    <a:pt x="247364" y="298418"/>
                    <a:pt x="252317" y="303371"/>
                    <a:pt x="252317" y="309563"/>
                  </a:cubicBezTo>
                  <a:cubicBezTo>
                    <a:pt x="252317" y="315754"/>
                    <a:pt x="247269" y="320707"/>
                    <a:pt x="241173" y="320707"/>
                  </a:cubicBezTo>
                  <a:close/>
                  <a:moveTo>
                    <a:pt x="241173" y="230791"/>
                  </a:moveTo>
                  <a:lnTo>
                    <a:pt x="152019" y="230791"/>
                  </a:lnTo>
                  <a:cubicBezTo>
                    <a:pt x="145828" y="230791"/>
                    <a:pt x="140875" y="225838"/>
                    <a:pt x="140875" y="219647"/>
                  </a:cubicBezTo>
                  <a:cubicBezTo>
                    <a:pt x="140875" y="213455"/>
                    <a:pt x="145828" y="208502"/>
                    <a:pt x="152019" y="208502"/>
                  </a:cubicBezTo>
                  <a:lnTo>
                    <a:pt x="241173" y="208502"/>
                  </a:lnTo>
                  <a:cubicBezTo>
                    <a:pt x="247364" y="208502"/>
                    <a:pt x="252317" y="213455"/>
                    <a:pt x="252317" y="219647"/>
                  </a:cubicBezTo>
                  <a:cubicBezTo>
                    <a:pt x="252317" y="225838"/>
                    <a:pt x="247269" y="230791"/>
                    <a:pt x="241173" y="230791"/>
                  </a:cubicBezTo>
                  <a:close/>
                  <a:moveTo>
                    <a:pt x="241173" y="140875"/>
                  </a:moveTo>
                  <a:lnTo>
                    <a:pt x="152019" y="140875"/>
                  </a:lnTo>
                  <a:cubicBezTo>
                    <a:pt x="145828" y="140875"/>
                    <a:pt x="140875" y="135922"/>
                    <a:pt x="140875" y="129731"/>
                  </a:cubicBezTo>
                  <a:cubicBezTo>
                    <a:pt x="140875" y="123539"/>
                    <a:pt x="145828" y="118586"/>
                    <a:pt x="152019" y="118586"/>
                  </a:cubicBezTo>
                  <a:lnTo>
                    <a:pt x="241173" y="118586"/>
                  </a:lnTo>
                  <a:cubicBezTo>
                    <a:pt x="247364" y="118586"/>
                    <a:pt x="252317" y="123539"/>
                    <a:pt x="252317" y="129731"/>
                  </a:cubicBezTo>
                  <a:cubicBezTo>
                    <a:pt x="252317" y="135922"/>
                    <a:pt x="247269" y="140875"/>
                    <a:pt x="241173" y="140875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15"/>
          <p:cNvSpPr/>
          <p:nvPr/>
        </p:nvSpPr>
        <p:spPr>
          <a:xfrm>
            <a:off x="4994649" y="1938975"/>
            <a:ext cx="848663" cy="848663"/>
          </a:xfrm>
          <a:prstGeom prst="ellipse">
            <a:avLst/>
          </a:prstGeom>
          <a:solidFill>
            <a:srgbClr val="00453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4800125" y="3022150"/>
            <a:ext cx="146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004534"/>
                </a:solidFill>
                <a:latin typeface="Calibri"/>
                <a:ea typeface="Calibri"/>
                <a:cs typeface="Calibri"/>
                <a:sym typeface="Calibri"/>
              </a:rPr>
              <a:t>Hyperparameter Tuning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15"/>
          <p:cNvGrpSpPr/>
          <p:nvPr/>
        </p:nvGrpSpPr>
        <p:grpSpPr>
          <a:xfrm>
            <a:off x="5248834" y="2200629"/>
            <a:ext cx="314340" cy="314337"/>
            <a:chOff x="752656" y="1562597"/>
            <a:chExt cx="390525" cy="390525"/>
          </a:xfrm>
        </p:grpSpPr>
        <p:sp>
          <p:nvSpPr>
            <p:cNvPr id="196" name="Google Shape;196;p15"/>
            <p:cNvSpPr/>
            <p:nvPr/>
          </p:nvSpPr>
          <p:spPr>
            <a:xfrm>
              <a:off x="797621" y="1607153"/>
              <a:ext cx="209550" cy="161925"/>
            </a:xfrm>
            <a:custGeom>
              <a:rect b="b" l="l" r="r" t="t"/>
              <a:pathLst>
                <a:path extrusionOk="0" h="161925" w="209550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797995" y="1807749"/>
              <a:ext cx="95250" cy="104775"/>
            </a:xfrm>
            <a:custGeom>
              <a:rect b="b" l="l" r="r" t="t"/>
              <a:pathLst>
                <a:path extrusionOk="0" h="104775" w="95250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909438" y="1740884"/>
              <a:ext cx="95250" cy="171450"/>
            </a:xfrm>
            <a:custGeom>
              <a:rect b="b" l="l" r="r" t="t"/>
              <a:pathLst>
                <a:path extrusionOk="0" h="171450" w="952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998589" y="1607534"/>
              <a:ext cx="142875" cy="304800"/>
            </a:xfrm>
            <a:custGeom>
              <a:rect b="b" l="l" r="r" t="t"/>
              <a:pathLst>
                <a:path extrusionOk="0" h="304800" w="142875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752656" y="1562597"/>
              <a:ext cx="390525" cy="390525"/>
            </a:xfrm>
            <a:custGeom>
              <a:rect b="b" l="l" r="r" t="t"/>
              <a:pathLst>
                <a:path extrusionOk="0" h="390525" w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/>
        </p:nvSpPr>
        <p:spPr>
          <a:xfrm>
            <a:off x="2668625" y="248500"/>
            <a:ext cx="38067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ko" sz="2700" u="none" cap="none" strike="noStrike">
                <a:solidFill>
                  <a:srgbClr val="004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Tech Stack</a:t>
            </a:r>
            <a:endParaRPr b="1" i="0" sz="2700" u="none" cap="none" strike="noStrike">
              <a:solidFill>
                <a:srgbClr val="004534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pic>
        <p:nvPicPr>
          <p:cNvPr id="206" name="Google Shape;2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75" y="959150"/>
            <a:ext cx="2927975" cy="84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2046200"/>
            <a:ext cx="1413824" cy="138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299" y="3858050"/>
            <a:ext cx="2495826" cy="96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85762" y="815888"/>
            <a:ext cx="1330437" cy="1638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32062" y="3718850"/>
            <a:ext cx="1648850" cy="92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65268" y="4190818"/>
            <a:ext cx="2198025" cy="45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22874" y="2691000"/>
            <a:ext cx="4609750" cy="1137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89413" y="804138"/>
            <a:ext cx="1648850" cy="1662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863700" y="621324"/>
            <a:ext cx="1907450" cy="190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/>
        </p:nvSpPr>
        <p:spPr>
          <a:xfrm>
            <a:off x="2039052" y="164561"/>
            <a:ext cx="5065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" sz="2400">
                <a:solidFill>
                  <a:srgbClr val="004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Virtual </a:t>
            </a:r>
            <a:r>
              <a:rPr lang="ko" sz="2400">
                <a:solidFill>
                  <a:srgbClr val="004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Environment</a:t>
            </a:r>
            <a:endParaRPr b="0" i="0" sz="2400" u="none" cap="none" strike="noStrike">
              <a:solidFill>
                <a:srgbClr val="004534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pic>
        <p:nvPicPr>
          <p:cNvPr id="220" name="Google Shape;2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875" y="526600"/>
            <a:ext cx="7289300" cy="426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/>
        </p:nvSpPr>
        <p:spPr>
          <a:xfrm>
            <a:off x="2039052" y="164561"/>
            <a:ext cx="5065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" sz="2400">
                <a:solidFill>
                  <a:srgbClr val="004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Data Preprocessing</a:t>
            </a:r>
            <a:endParaRPr b="0" i="0" sz="2400" u="none" cap="none" strike="noStrike">
              <a:solidFill>
                <a:srgbClr val="004534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pic>
        <p:nvPicPr>
          <p:cNvPr id="226" name="Google Shape;2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55561"/>
            <a:ext cx="8839198" cy="3763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 txBox="1"/>
          <p:nvPr/>
        </p:nvSpPr>
        <p:spPr>
          <a:xfrm>
            <a:off x="2039052" y="164561"/>
            <a:ext cx="5065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" sz="2400">
                <a:solidFill>
                  <a:srgbClr val="004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Training</a:t>
            </a:r>
            <a:endParaRPr b="0" i="0" sz="2400" u="none" cap="none" strike="noStrike">
              <a:solidFill>
                <a:srgbClr val="004534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pic>
        <p:nvPicPr>
          <p:cNvPr id="232" name="Google Shape;2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100" y="789961"/>
            <a:ext cx="7210425" cy="39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/>
          <p:nvPr/>
        </p:nvSpPr>
        <p:spPr>
          <a:xfrm>
            <a:off x="2039052" y="164561"/>
            <a:ext cx="5065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" sz="2400">
                <a:solidFill>
                  <a:srgbClr val="004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Hyperparameter Tuning</a:t>
            </a:r>
            <a:endParaRPr b="0" i="0" sz="2400" u="none" cap="none" strike="noStrike">
              <a:solidFill>
                <a:srgbClr val="004534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168025" y="674375"/>
            <a:ext cx="82821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Optuna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Accuracy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ko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 best model based on the selected best parameters, then fine-tune with AIST++ dataset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9" name="Google Shape;239;p20"/>
          <p:cNvGraphicFramePr/>
          <p:nvPr/>
        </p:nvGraphicFramePr>
        <p:xfrm>
          <a:off x="370413" y="1887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{DE4367D1-FD12-421F-86F8-0EBD32448DF2}</a:tableStyleId>
              </a:tblPr>
              <a:tblGrid>
                <a:gridCol w="1286125"/>
                <a:gridCol w="2773550"/>
                <a:gridCol w="2171750"/>
                <a:gridCol w="2171750"/>
              </a:tblGrid>
              <a:tr h="77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Values for Experimentation</a:t>
                      </a:r>
                      <a:endParaRPr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 Value</a:t>
                      </a:r>
                      <a:endParaRPr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learning_rate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Learning rate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 u="sng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0.0001</a:t>
                      </a: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0.001, 0.01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batch_size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samples per training step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 u="sng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32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  <a:tr h="69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optimizer_name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Optimization algorithm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 u="sng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adam</a:t>
                      </a: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sgd, adamw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adam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863" y="418125"/>
            <a:ext cx="8576275" cy="38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475" y="413300"/>
            <a:ext cx="8671051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00" y="376050"/>
            <a:ext cx="8727049" cy="387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650" y="397575"/>
            <a:ext cx="8706701" cy="386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"/>
          <p:cNvSpPr txBox="1"/>
          <p:nvPr/>
        </p:nvSpPr>
        <p:spPr>
          <a:xfrm>
            <a:off x="2039052" y="164561"/>
            <a:ext cx="5065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" sz="2400">
                <a:solidFill>
                  <a:srgbClr val="004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Frontend</a:t>
            </a:r>
            <a:endParaRPr b="0" i="0" sz="2400" u="none" cap="none" strike="noStrike">
              <a:solidFill>
                <a:srgbClr val="004534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pic>
        <p:nvPicPr>
          <p:cNvPr id="265" name="Google Shape;2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150" y="929475"/>
            <a:ext cx="9028849" cy="354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/>
        </p:nvSpPr>
        <p:spPr>
          <a:xfrm>
            <a:off x="2039052" y="164561"/>
            <a:ext cx="5065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" sz="2400">
                <a:solidFill>
                  <a:srgbClr val="004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Gradio App</a:t>
            </a:r>
            <a:endParaRPr b="0" i="0" sz="2400" u="none" cap="none" strike="noStrike">
              <a:solidFill>
                <a:srgbClr val="004534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pic>
        <p:nvPicPr>
          <p:cNvPr id="271" name="Google Shape;271;p26" title="ezgif-60f4e4132cc231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225" y="603161"/>
            <a:ext cx="7529846" cy="4235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/>
          <p:nvPr/>
        </p:nvSpPr>
        <p:spPr>
          <a:xfrm>
            <a:off x="3145971" y="2107696"/>
            <a:ext cx="2852058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ko" sz="4100" u="none" cap="none" strike="noStrike">
                <a:solidFill>
                  <a:srgbClr val="004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Thanks !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PTMON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